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0"/>
            <a:ext cx="5148072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68580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22304A"/>
          </a:solidFill>
          <a:ln w="12700">
            <a:solidFill>
              <a:srgbClr val="2F41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896112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9FBF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896112"/>
            <a:ext cx="3566160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81544" y="1005840"/>
            <a:ext cx="91440" cy="91440"/>
          </a:xfrm>
          <a:prstGeom prst="rect">
            <a:avLst/>
          </a:prstGeom>
          <a:solidFill>
            <a:srgbClr val="EF8DBB"/>
          </a:solidFill>
          <a:ln w="12700">
            <a:solidFill>
              <a:srgbClr val="EF8DB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46136" y="1005840"/>
            <a:ext cx="91440" cy="91440"/>
          </a:xfrm>
          <a:prstGeom prst="rect">
            <a:avLst/>
          </a:prstGeom>
          <a:solidFill>
            <a:srgbClr val="F3C567"/>
          </a:solidFill>
          <a:ln w="12700">
            <a:solidFill>
              <a:srgbClr val="F3C56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10728" y="1005840"/>
            <a:ext cx="91440" cy="91440"/>
          </a:xfrm>
          <a:prstGeom prst="rect">
            <a:avLst/>
          </a:prstGeom>
          <a:solidFill>
            <a:srgbClr val="79C99E"/>
          </a:solidFill>
          <a:ln w="12700">
            <a:solidFill>
              <a:srgbClr val="79C99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66760" y="969264"/>
            <a:ext cx="2651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创作中心 / 上传视频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854696" y="1463040"/>
            <a:ext cx="855878" cy="941832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0" y="1664208"/>
            <a:ext cx="641909" cy="164592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0" y="2029968"/>
            <a:ext cx="570586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2267712"/>
            <a:ext cx="499262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47734" y="1463040"/>
            <a:ext cx="1925726" cy="146304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47734" y="1792224"/>
            <a:ext cx="164043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54719" y="1993392"/>
            <a:ext cx="463601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47734" y="2578608"/>
            <a:ext cx="1925726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47734" y="2944368"/>
            <a:ext cx="1569110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47734" y="3310128"/>
            <a:ext cx="641909" cy="274320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3246120"/>
            <a:ext cx="3401568" cy="1783080"/>
          </a:xfrm>
          <a:prstGeom prst="roundRect">
            <a:avLst>
              <a:gd name="adj" fmla="val 4103"/>
            </a:avLst>
          </a:prstGeom>
          <a:solidFill>
            <a:srgbClr val="22304A"/>
          </a:solidFill>
          <a:ln w="12700">
            <a:solidFill>
              <a:srgbClr val="2F41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347472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F9FBF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3474720"/>
            <a:ext cx="3017520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0144" y="3584448"/>
            <a:ext cx="91440" cy="91440"/>
          </a:xfrm>
          <a:prstGeom prst="rect">
            <a:avLst/>
          </a:prstGeom>
          <a:solidFill>
            <a:srgbClr val="EF8DBB"/>
          </a:solidFill>
          <a:ln w="12700">
            <a:solidFill>
              <a:srgbClr val="EF8DB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74736" y="3584448"/>
            <a:ext cx="91440" cy="91440"/>
          </a:xfrm>
          <a:prstGeom prst="rect">
            <a:avLst/>
          </a:prstGeom>
          <a:solidFill>
            <a:srgbClr val="F3C567"/>
          </a:solidFill>
          <a:ln w="12700">
            <a:solidFill>
              <a:srgbClr val="F3C56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9328" y="3584448"/>
            <a:ext cx="91440" cy="91440"/>
          </a:xfrm>
          <a:prstGeom prst="rect">
            <a:avLst/>
          </a:prstGeom>
          <a:solidFill>
            <a:srgbClr val="79C99E"/>
          </a:solidFill>
          <a:ln w="12700">
            <a:solidFill>
              <a:srgbClr val="79C99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3547872"/>
            <a:ext cx="2103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/ 待审视频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83296" y="4041648"/>
            <a:ext cx="724205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4242816"/>
            <a:ext cx="543154" cy="16459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4608576"/>
            <a:ext cx="482803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846320"/>
            <a:ext cx="422453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89797" y="4041648"/>
            <a:ext cx="1629461" cy="14630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89797" y="4370832"/>
            <a:ext cx="1388059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80322" y="4572000"/>
            <a:ext cx="392278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89797" y="5157216"/>
            <a:ext cx="1629461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89797" y="5522976"/>
            <a:ext cx="1327709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89797" y="5888736"/>
            <a:ext cx="543154" cy="274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" y="621792"/>
            <a:ext cx="27432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doinb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512064" y="1234440"/>
            <a:ext cx="6217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视频播放与内容服务平台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548640" y="2011680"/>
            <a:ext cx="4206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小组项目成果展示 · 4 分钟答辩版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48640" y="2596896"/>
            <a:ext cx="4937760" cy="36576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答辩节奏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548640" y="3456432"/>
            <a:ext cx="1673352" cy="310896"/>
          </a:xfrm>
          <a:prstGeom prst="roundRect">
            <a:avLst>
              <a:gd name="adj" fmla="val 47059"/>
            </a:avLst>
          </a:prstGeom>
          <a:solidFill>
            <a:srgbClr val="F3F7FB"/>
          </a:solidFill>
          <a:ln w="12700">
            <a:solidFill>
              <a:srgbClr val="43B5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511296"/>
            <a:ext cx="167335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需求与设计 2 min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395728" y="3456432"/>
            <a:ext cx="1783080" cy="310896"/>
          </a:xfrm>
          <a:prstGeom prst="roundRect">
            <a:avLst>
              <a:gd name="adj" fmla="val 47059"/>
            </a:avLst>
          </a:prstGeom>
          <a:solidFill>
            <a:srgbClr val="F3F7FB"/>
          </a:solidFill>
          <a:ln w="12700">
            <a:solidFill>
              <a:srgbClr val="EF8DB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95728" y="3511296"/>
            <a:ext cx="17830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项目演示视频 2 min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370832" y="3456432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F3F7FB"/>
          </a:solidFill>
          <a:ln w="12700">
            <a:solidFill>
              <a:srgbClr val="F3C56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70832" y="3511296"/>
            <a:ext cx="13258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贡献说明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8640" y="4206240"/>
            <a:ext cx="539496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一站式覆盖观看、发布、直播、订阅、互动与审核，面向课程验收展示“可运行、可扩展、可管理”的完整产品闭环。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48640" y="5870448"/>
            <a:ext cx="5852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· Spring Boot · MySQL · JWT · SRS/OBS 直播方案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12064" y="6272784"/>
            <a:ext cx="10058400" cy="9144"/>
          </a:xfrm>
          <a:prstGeom prst="rect">
            <a:avLst/>
          </a:prstGeom>
          <a:solidFill>
            <a:srgbClr val="E6ECF2"/>
          </a:solidFill>
          <a:ln w="12700">
            <a:solidFill>
              <a:srgbClr val="E6ECF2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" y="6355080"/>
            <a:ext cx="58521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doinb 视频播放与内容服务平台 · 小组项目成果展示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018520" y="6327648"/>
            <a:ext cx="3840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38912"/>
            <a:ext cx="82296" cy="82296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56616"/>
            <a:ext cx="2286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需求定位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713232"/>
            <a:ext cx="74066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核心需求不是单点播放，而是打通内容消费与创作管理。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312724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73152" cy="1627632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276148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2761488" cy="9692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注册登录、多账号切换、视频浏览、播放历史、评论互动、关注动态、搜索与私信通知。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783080"/>
            <a:ext cx="312724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783080"/>
            <a:ext cx="73152" cy="1627632"/>
          </a:xfrm>
          <a:prstGeom prst="rect">
            <a:avLst/>
          </a:prstGeom>
          <a:solidFill>
            <a:srgbClr val="EF8DBB"/>
          </a:solidFill>
          <a:ln w="12700">
            <a:solidFill>
              <a:srgbClr val="EF8DB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965960"/>
            <a:ext cx="276148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创作者侧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90872" y="2331720"/>
            <a:ext cx="2761488" cy="9692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上传视频、编辑稿件、可见范围控制、直播房间管理、OBS 推流地址提示。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02752" y="1783080"/>
            <a:ext cx="312724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1783080"/>
            <a:ext cx="73152" cy="1627632"/>
          </a:xfrm>
          <a:prstGeom prst="rect">
            <a:avLst/>
          </a:prstGeom>
          <a:solidFill>
            <a:srgbClr val="F3C567"/>
          </a:solidFill>
          <a:ln w="12700">
            <a:solidFill>
              <a:srgbClr val="F3C5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13064" y="1965960"/>
            <a:ext cx="276148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13064" y="2331720"/>
            <a:ext cx="2761488" cy="9692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待审视频、举报复审、视频预览、通过/驳回，保证内容质量与课程验收闭环。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需求约束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8368" y="4434840"/>
            <a:ext cx="74066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课程项目强调核心流程可运行、功能基本完整、文档配套；直播部分以房间状态管理 + OBS 推流地址 + 演示播放为主。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613648" y="4096512"/>
            <a:ext cx="2176272" cy="932688"/>
          </a:xfrm>
          <a:prstGeom prst="roundRect">
            <a:avLst>
              <a:gd name="adj" fmla="val 7843"/>
            </a:avLst>
          </a:prstGeom>
          <a:solidFill>
            <a:srgbClr val="E9F8FD"/>
          </a:solidFill>
          <a:ln w="12700">
            <a:solidFill>
              <a:srgbClr val="B9E6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4315968"/>
            <a:ext cx="1645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验收焦点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9680" y="4617720"/>
            <a:ext cx="1645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能看 · 能发 · 能管 · 能演示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" y="6272784"/>
            <a:ext cx="10058400" cy="9144"/>
          </a:xfrm>
          <a:prstGeom prst="rect">
            <a:avLst/>
          </a:prstGeom>
          <a:solidFill>
            <a:srgbClr val="E6ECF2"/>
          </a:solidFill>
          <a:ln w="12700">
            <a:solidFill>
              <a:srgbClr val="E6ECF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6355080"/>
            <a:ext cx="58521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doinb 视频播放与内容服务平台 · 小组项目成果展示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18520" y="6327648"/>
            <a:ext cx="3840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38912"/>
            <a:ext cx="82296" cy="82296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56616"/>
            <a:ext cx="2286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产品闭环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713232"/>
            <a:ext cx="74066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六个业务模块共同形成从观看到治理的内容服务闭环。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20574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057400"/>
            <a:ext cx="15087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350008"/>
            <a:ext cx="1325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用户与权限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99232" y="20574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9232" y="2057400"/>
            <a:ext cx="1508760" cy="73152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2350008"/>
            <a:ext cx="1325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视频播放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901184" y="20574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1184" y="2057400"/>
            <a:ext cx="1508760" cy="73152"/>
          </a:xfrm>
          <a:prstGeom prst="rect">
            <a:avLst/>
          </a:prstGeom>
          <a:solidFill>
            <a:srgbClr val="EF8DBB"/>
          </a:solidFill>
          <a:ln w="12700">
            <a:solidFill>
              <a:srgbClr val="EF8DB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2350008"/>
            <a:ext cx="1325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发布与编辑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803136" y="20574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03136" y="2057400"/>
            <a:ext cx="1508760" cy="73152"/>
          </a:xfrm>
          <a:prstGeom prst="rect">
            <a:avLst/>
          </a:prstGeom>
          <a:solidFill>
            <a:srgbClr val="F3C567"/>
          </a:solidFill>
          <a:ln w="12700">
            <a:solidFill>
              <a:srgbClr val="F3C56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4576" y="2350008"/>
            <a:ext cx="1325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直播房间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705088" y="20574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05088" y="2057400"/>
            <a:ext cx="1508760" cy="73152"/>
          </a:xfrm>
          <a:prstGeom prst="rect">
            <a:avLst/>
          </a:prstGeom>
          <a:solidFill>
            <a:srgbClr val="79C99E"/>
          </a:solidFill>
          <a:ln w="12700">
            <a:solidFill>
              <a:srgbClr val="79C99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96528" y="2350008"/>
            <a:ext cx="1325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评论/搜索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901184" y="4096512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01184" y="4096512"/>
            <a:ext cx="1508760" cy="73152"/>
          </a:xfrm>
          <a:prstGeom prst="rect">
            <a:avLst/>
          </a:prstGeom>
          <a:solidFill>
            <a:srgbClr val="9B8AFB"/>
          </a:solidFill>
          <a:ln w="12700">
            <a:solidFill>
              <a:srgbClr val="9B8AF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4389120"/>
            <a:ext cx="1325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后台审核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2606040" y="2450592"/>
            <a:ext cx="384048" cy="27432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07992" y="2450592"/>
            <a:ext cx="384048" cy="27432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9944" y="2450592"/>
            <a:ext cx="384048" cy="27432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11896" y="2450592"/>
            <a:ext cx="384048" cy="27432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50992" y="2880360"/>
            <a:ext cx="27432" cy="1216152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5321808"/>
            <a:ext cx="93268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观看行为沉淀历史与互动，创作行为进入审核，审核结果再回到公开内容列表。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12064" y="6272784"/>
            <a:ext cx="10058400" cy="9144"/>
          </a:xfrm>
          <a:prstGeom prst="rect">
            <a:avLst/>
          </a:prstGeom>
          <a:solidFill>
            <a:srgbClr val="E6ECF2"/>
          </a:solidFill>
          <a:ln w="12700">
            <a:solidFill>
              <a:srgbClr val="E6ECF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6355080"/>
            <a:ext cx="58521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doinb 视频播放与内容服务平台 · 小组项目成果展示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018520" y="6327648"/>
            <a:ext cx="3840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38912"/>
            <a:ext cx="82296" cy="82296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56616"/>
            <a:ext cx="2286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总体设计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713232"/>
            <a:ext cx="74066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三层架构把界面、业务规则和数据持久化分开维护。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859536"/>
            <a:ext cx="9966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859536"/>
            <a:ext cx="1234440" cy="1170432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7592" y="1298448"/>
            <a:ext cx="822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0" y="1179576"/>
            <a:ext cx="667512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Vite / Router / Element Plus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页面、导航、表单、播放器、管理后台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97280" y="3255264"/>
            <a:ext cx="9966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255264"/>
            <a:ext cx="1234440" cy="1170432"/>
          </a:xfrm>
          <a:prstGeom prst="rect">
            <a:avLst/>
          </a:prstGeom>
          <a:solidFill>
            <a:srgbClr val="EF8DBB"/>
          </a:solidFill>
          <a:ln w="12700">
            <a:solidFill>
              <a:srgbClr val="EF8DB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3694176"/>
            <a:ext cx="822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43200" y="3575304"/>
            <a:ext cx="667512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/ Security / REST API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鉴权、内容、互动、直播、审核服务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97280" y="5486400"/>
            <a:ext cx="9966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5486400"/>
            <a:ext cx="1234440" cy="1170432"/>
          </a:xfrm>
          <a:prstGeom prst="rect">
            <a:avLst/>
          </a:prstGeom>
          <a:solidFill>
            <a:srgbClr val="F3C567"/>
          </a:solidFill>
          <a:ln w="12700">
            <a:solidFill>
              <a:srgbClr val="F3C5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5925312"/>
            <a:ext cx="822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43200" y="5806440"/>
            <a:ext cx="667512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/ 本地 uploads / SRS 配置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用户、视频、评论、订阅、直播房间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080760" y="2029968"/>
            <a:ext cx="27432" cy="1225296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4425696"/>
            <a:ext cx="27432" cy="1060704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6144768"/>
            <a:ext cx="79552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统一响应结构 + JWT 鉴权 + API 模块封装，降低前后端协作成本。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12064" y="6272784"/>
            <a:ext cx="10058400" cy="9144"/>
          </a:xfrm>
          <a:prstGeom prst="rect">
            <a:avLst/>
          </a:prstGeom>
          <a:solidFill>
            <a:srgbClr val="E6ECF2"/>
          </a:solidFill>
          <a:ln w="12700">
            <a:solidFill>
              <a:srgbClr val="E6ECF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6355080"/>
            <a:ext cx="58521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doinb 视频播放与内容服务平台 · 小组项目成果展示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18520" y="6327648"/>
            <a:ext cx="3840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38912"/>
            <a:ext cx="82296" cy="82296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56616"/>
            <a:ext cx="2286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关键流程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713232"/>
            <a:ext cx="74066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上传审核流程把创作者效率和内容治理放在同一条链路里。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237744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286000"/>
            <a:ext cx="420624" cy="420624"/>
          </a:xfrm>
          <a:prstGeom prst="roundRect">
            <a:avLst>
              <a:gd name="adj" fmla="val 43478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359152"/>
            <a:ext cx="42062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提交稿件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3337560"/>
            <a:ext cx="190195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视频文件、封面、标题、简介、可见范围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3063240"/>
            <a:ext cx="347472" cy="36576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057400"/>
            <a:ext cx="237744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1608" y="2286000"/>
            <a:ext cx="420624" cy="420624"/>
          </a:xfrm>
          <a:prstGeom prst="roundRect">
            <a:avLst>
              <a:gd name="adj" fmla="val 43478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2359152"/>
            <a:ext cx="42062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21608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服务端校验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21608" y="3337560"/>
            <a:ext cx="190195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鉴权、文件保存、元数据入库、状态置为待审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97880" y="3063240"/>
            <a:ext cx="347472" cy="36576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057400"/>
            <a:ext cx="237744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4808" y="2286000"/>
            <a:ext cx="420624" cy="420624"/>
          </a:xfrm>
          <a:prstGeom prst="roundRect">
            <a:avLst>
              <a:gd name="adj" fmla="val 43478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2359152"/>
            <a:ext cx="42062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64808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管理员审核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64808" y="3337560"/>
            <a:ext cx="190195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预览内容，选择通过或驳回并记录状态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41080" y="3063240"/>
            <a:ext cx="347472" cy="36576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06840" y="2057400"/>
            <a:ext cx="237744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8008" y="2286000"/>
            <a:ext cx="420624" cy="420624"/>
          </a:xfrm>
          <a:prstGeom prst="roundRect">
            <a:avLst>
              <a:gd name="adj" fmla="val 43478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8008" y="2359152"/>
            <a:ext cx="42062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08008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公开展示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08008" y="3337560"/>
            <a:ext cx="190195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通过后进入列表/搜索/用户主页，可被观看互动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783080" y="4791456"/>
            <a:ext cx="8558784" cy="694944"/>
          </a:xfrm>
          <a:prstGeom prst="roundRect">
            <a:avLst>
              <a:gd name="adj" fmla="val 10526"/>
            </a:avLst>
          </a:prstGeom>
          <a:solidFill>
            <a:srgbClr val="FFF8E6"/>
          </a:solidFill>
          <a:ln w="12700">
            <a:solidFill>
              <a:srgbClr val="F7D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57400" y="4983480"/>
            <a:ext cx="8001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设计收益：用户侧看到的是顺畅发布入口，后台侧获得可追踪的状态流转，答辩演示也能自然串起“上传 → 审核 → 展示”。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512064" y="6272784"/>
            <a:ext cx="10058400" cy="9144"/>
          </a:xfrm>
          <a:prstGeom prst="rect">
            <a:avLst/>
          </a:prstGeom>
          <a:solidFill>
            <a:srgbClr val="E6ECF2"/>
          </a:solidFill>
          <a:ln w="12700">
            <a:solidFill>
              <a:srgbClr val="E6ECF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6355080"/>
            <a:ext cx="58521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doinb 视频播放与内容服务平台 · 小组项目成果展示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018520" y="6327648"/>
            <a:ext cx="3840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475488"/>
            <a:ext cx="34747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项目演示视频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1069848"/>
            <a:ext cx="5303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7D2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建议播放 2 分钟，按真实用户路径展示关键成果。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729984" y="694944"/>
            <a:ext cx="4462272" cy="2743200"/>
          </a:xfrm>
          <a:prstGeom prst="roundRect">
            <a:avLst>
              <a:gd name="adj" fmla="val 2667"/>
            </a:avLst>
          </a:prstGeom>
          <a:solidFill>
            <a:srgbClr val="22304A"/>
          </a:solidFill>
          <a:ln w="12700">
            <a:solidFill>
              <a:srgbClr val="3347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76872" y="950976"/>
            <a:ext cx="3986784" cy="2240280"/>
          </a:xfrm>
          <a:prstGeom prst="roundRect">
            <a:avLst>
              <a:gd name="adj" fmla="val 3265"/>
            </a:avLst>
          </a:prstGeom>
          <a:solidFill>
            <a:srgbClr val="F9FBF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76872" y="950976"/>
            <a:ext cx="3986784" cy="310896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23176" y="1060704"/>
            <a:ext cx="91440" cy="91440"/>
          </a:xfrm>
          <a:prstGeom prst="rect">
            <a:avLst/>
          </a:prstGeom>
          <a:solidFill>
            <a:srgbClr val="EF8DBB"/>
          </a:solidFill>
          <a:ln w="12700">
            <a:solidFill>
              <a:srgbClr val="EF8DB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87768" y="1060704"/>
            <a:ext cx="91440" cy="91440"/>
          </a:xfrm>
          <a:prstGeom prst="rect">
            <a:avLst/>
          </a:prstGeom>
          <a:solidFill>
            <a:srgbClr val="F3C567"/>
          </a:solidFill>
          <a:ln w="12700">
            <a:solidFill>
              <a:srgbClr val="F3C56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1060704"/>
            <a:ext cx="91440" cy="91440"/>
          </a:xfrm>
          <a:prstGeom prst="rect">
            <a:avLst/>
          </a:prstGeom>
          <a:solidFill>
            <a:srgbClr val="79C99E"/>
          </a:solidFill>
          <a:ln w="12700">
            <a:solidFill>
              <a:srgbClr val="79C99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08392" y="1024128"/>
            <a:ext cx="30723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创作中心 / 上传视频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96328" y="1517904"/>
            <a:ext cx="956828" cy="1399032"/>
          </a:xfrm>
          <a:prstGeom prst="roundRect">
            <a:avLst>
              <a:gd name="adj" fmla="val 7645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42632" y="1719072"/>
            <a:ext cx="717621" cy="164592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42632" y="2084832"/>
            <a:ext cx="637885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42632" y="2322576"/>
            <a:ext cx="558150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2379" y="1517904"/>
            <a:ext cx="2152863" cy="146304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2379" y="1847088"/>
            <a:ext cx="1833921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1982" y="2048256"/>
            <a:ext cx="518282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2379" y="2633472"/>
            <a:ext cx="2152863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2379" y="2999232"/>
            <a:ext cx="1754185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2379" y="3364992"/>
            <a:ext cx="717621" cy="274320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" y="1755648"/>
            <a:ext cx="5230368" cy="3611880"/>
          </a:xfrm>
          <a:prstGeom prst="roundRect">
            <a:avLst>
              <a:gd name="adj" fmla="val 2025"/>
            </a:avLst>
          </a:prstGeom>
          <a:solidFill>
            <a:srgbClr val="202D45"/>
          </a:solidFill>
          <a:ln w="12700">
            <a:solidFill>
              <a:srgbClr val="3347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" y="2139696"/>
            <a:ext cx="246888" cy="246888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89888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登录/注册与多账号切换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9264" y="2688336"/>
            <a:ext cx="246888" cy="246888"/>
          </a:xfrm>
          <a:prstGeom prst="rect">
            <a:avLst/>
          </a:prstGeom>
          <a:solidFill>
            <a:srgbClr val="EF8DBB"/>
          </a:solidFill>
          <a:ln w="12700">
            <a:solidFill>
              <a:srgbClr val="EF8DB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89888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首页浏览、搜索、视频详情与评论互动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9264" y="3236976"/>
            <a:ext cx="246888" cy="246888"/>
          </a:xfrm>
          <a:prstGeom prst="rect">
            <a:avLst/>
          </a:prstGeom>
          <a:solidFill>
            <a:srgbClr val="F3C567"/>
          </a:solidFill>
          <a:ln w="12700">
            <a:solidFill>
              <a:srgbClr val="F3C56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89888" y="320040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创作中心上传/修改视频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9264" y="3785616"/>
            <a:ext cx="246888" cy="246888"/>
          </a:xfrm>
          <a:prstGeom prst="rect">
            <a:avLst/>
          </a:prstGeom>
          <a:solidFill>
            <a:srgbClr val="79C99E"/>
          </a:solidFill>
          <a:ln w="12700">
            <a:solidFill>
              <a:srgbClr val="79C99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89888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直播房间管理与 OBS 推流地址提示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69264" y="4334256"/>
            <a:ext cx="246888" cy="24688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89888" y="429768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管理员待审与举报复审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93408" y="4160520"/>
            <a:ext cx="44805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到此处切换视频：控制在 120 秒以内，最后 10 秒回到 PPT 的 AI 贡献说明页。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2064" y="6355080"/>
            <a:ext cx="58521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7D2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doinb 视频播放与内容服务平台 · 小组项目成果展示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18520" y="6327648"/>
            <a:ext cx="3840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7D2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38912"/>
            <a:ext cx="82296" cy="82296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56616"/>
            <a:ext cx="2286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AI 贡献说明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713232"/>
            <a:ext cx="74066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主要辅助整理表达与生成材料，核心决策和实现由人工完成。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7824" y="196596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965960"/>
            <a:ext cx="73152" cy="2743200"/>
          </a:xfrm>
          <a:prstGeom prst="rect">
            <a:avLst/>
          </a:prstGeom>
          <a:solidFill>
            <a:srgbClr val="43B5D8"/>
          </a:solidFill>
          <a:ln w="12700">
            <a:solidFill>
              <a:srgbClr val="43B5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" y="2148840"/>
            <a:ext cx="43891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完成/辅助的工作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88136" y="2514600"/>
            <a:ext cx="4389120" cy="2084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梳理需求、设计文档与 README，提炼答辩主线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生成 PPT 结构、页面文案和可编辑图形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根据项目材料归纳演示视频脚本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辅助检查版式、节奏与答辩页完整性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47104" y="196596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1965960"/>
            <a:ext cx="73152" cy="2743200"/>
          </a:xfrm>
          <a:prstGeom prst="rect">
            <a:avLst/>
          </a:prstGeom>
          <a:solidFill>
            <a:srgbClr val="EF8DBB"/>
          </a:solidFill>
          <a:ln w="12700">
            <a:solidFill>
              <a:srgbClr val="EF8DB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2148840"/>
            <a:ext cx="43891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人工完成的工作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57416" y="2514600"/>
            <a:ext cx="4389120" cy="2084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项目选题、需求确认与功能取舍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前端 Vue 页面、后端 Spring Boot 接口、数据库设计与调试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直播/上传/审核等功能联调与测试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真实演示环境、演示视频录制和答辩讲解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783080" y="5138928"/>
            <a:ext cx="8613648" cy="493776"/>
          </a:xfrm>
          <a:prstGeom prst="roundRect">
            <a:avLst>
              <a:gd name="adj" fmla="val 14815"/>
            </a:avLst>
          </a:prstGeom>
          <a:solidFill>
            <a:srgbClr val="EEF7FF"/>
          </a:solidFill>
          <a:ln w="12700">
            <a:solidFill>
              <a:srgbClr val="B9D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75688" y="5285232"/>
            <a:ext cx="802843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结论：AI 是表达整理和效率工具，不替代小组的需求判断、系统设计、编码实现、测试验证与现场答辩。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12064" y="6272784"/>
            <a:ext cx="10058400" cy="9144"/>
          </a:xfrm>
          <a:prstGeom prst="rect">
            <a:avLst/>
          </a:prstGeom>
          <a:solidFill>
            <a:srgbClr val="E6ECF2"/>
          </a:solidFill>
          <a:ln w="12700">
            <a:solidFill>
              <a:srgbClr val="E6EC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6355080"/>
            <a:ext cx="58521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doinb 视频播放与内容服务平台 · 小组项目成果展示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018520" y="6327648"/>
            <a:ext cx="3840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doinb 视频播放与内容服务平台</dc:title>
  <dc:subject>小组项目成果展示</dc:subject>
  <dc:creator>doinb project team</dc:creator>
  <cp:lastModifiedBy>doinb project team</cp:lastModifiedBy>
  <cp:revision>1</cp:revision>
  <dcterms:created xsi:type="dcterms:W3CDTF">2026-06-14T07:28:02Z</dcterms:created>
  <dcterms:modified xsi:type="dcterms:W3CDTF">2026-06-14T07:28:02Z</dcterms:modified>
</cp:coreProperties>
</file>